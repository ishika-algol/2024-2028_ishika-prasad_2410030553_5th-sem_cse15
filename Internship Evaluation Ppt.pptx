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INTERNSHIP EVALUATION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Master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Internship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Program • June – August 2026 • Supported by Siemens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5852160" cy="2148840"/>
          </a:xfrm>
          <a:prstGeom prst="roundRect">
            <a:avLst>
              <a:gd name="adj" fmla="val 5106"/>
            </a:avLst>
          </a:prstGeom>
          <a:solidFill>
            <a:srgbClr val="FFFFFF">
              <a:alpha val="96000"/>
            </a:srgbClr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0584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Ishika Prasad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754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4754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2410030553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5349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5349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B.Tech CSE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program covered and how it was delivered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9280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National Internship Portal, delivered by EduSkills and supported by Siemens Industry Software.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060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94436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weeks, conducted virtually from June to August 2026.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6576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99592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science concepts — data handling, analysis, and applied machine learning workflows.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7091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04748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virtual modules with hands-on tasks, assessed and certified by AICTE.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01000" y="160020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0B2E33"/>
          </a:solidFill>
          <a:ln/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8388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AWARDED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21945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720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(90–100)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83880" y="4069080"/>
            <a:ext cx="3200400" cy="0"/>
          </a:xfrm>
          <a:prstGeom prst="line">
            <a:avLst/>
          </a:prstGeom>
          <a:noFill/>
          <a:ln w="12700">
            <a:solidFill>
              <a:srgbClr val="3E686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CERTIFYING BODIES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45262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Education, AICTE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Internship Portal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(Industry Partner)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Takeaways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 through the Data Science Master Virtual Internship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487168" cy="2880360"/>
          </a:xfrm>
          <a:prstGeom prst="roundRect">
            <a:avLst>
              <a:gd name="adj" fmla="val 3676"/>
            </a:avLst>
          </a:prstGeom>
          <a:solidFill>
            <a:srgbClr val="133B3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9456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8803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42900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Collecting, cleaning, and structuring raw data for analysis.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46704" y="1920240"/>
            <a:ext cx="2487168" cy="2880360"/>
          </a:xfrm>
          <a:prstGeom prst="roundRect">
            <a:avLst>
              <a:gd name="adj" fmla="val 3676"/>
            </a:avLst>
          </a:prstGeom>
          <a:solidFill>
            <a:srgbClr val="133B3F"/>
          </a:solidFill>
          <a:ln/>
        </p:spPr>
      </p:sp>
      <p:sp>
        <p:nvSpPr>
          <p:cNvPr id="10" name="Shape 8"/>
          <p:cNvSpPr/>
          <p:nvPr/>
        </p:nvSpPr>
        <p:spPr>
          <a:xfrm>
            <a:off x="3575304" y="219456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47872" y="28803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342900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statistical methods to extract meaningful insights.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53328" y="1920240"/>
            <a:ext cx="2487168" cy="2880360"/>
          </a:xfrm>
          <a:prstGeom prst="roundRect">
            <a:avLst>
              <a:gd name="adj" fmla="val 3676"/>
            </a:avLst>
          </a:prstGeom>
          <a:solidFill>
            <a:srgbClr val="133B3F"/>
          </a:solidFill>
          <a:ln/>
        </p:spPr>
      </p:sp>
      <p:sp>
        <p:nvSpPr>
          <p:cNvPr id="14" name="Shape 12"/>
          <p:cNvSpPr/>
          <p:nvPr/>
        </p:nvSpPr>
        <p:spPr>
          <a:xfrm>
            <a:off x="6281928" y="219456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54496" y="28803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54496" y="342900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evaluating foundational ML models on real datasets.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759952" y="1920240"/>
            <a:ext cx="2487168" cy="2880360"/>
          </a:xfrm>
          <a:prstGeom prst="roundRect">
            <a:avLst>
              <a:gd name="adj" fmla="val 3676"/>
            </a:avLst>
          </a:prstGeom>
          <a:solidFill>
            <a:srgbClr val="133B3F"/>
          </a:solidFill>
          <a:ln/>
        </p:spPr>
      </p:sp>
      <p:sp>
        <p:nvSpPr>
          <p:cNvPr id="18" name="Shape 16"/>
          <p:cNvSpPr/>
          <p:nvPr/>
        </p:nvSpPr>
        <p:spPr>
          <a:xfrm>
            <a:off x="8988552" y="219456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0" y="28803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Exposure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342900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an AICTE-Siemens curriculum aligned to industry practice.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166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4a7bb9ecf38ae49e6fe6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806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2026-09-13T11:43:59Z</dcterms:created>
  <dcterms:modified xsi:type="dcterms:W3CDTF">2026-09-13T11:43:59Z</dcterms:modified>
</cp:coreProperties>
</file>